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b0383e6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b0383e6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b0383e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8b0383e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8b0383e6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8b0383e6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8b0383e6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8b0383e6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b0383e6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b0383e6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b0383e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b0383e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b0383e6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b0383e6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f339f03c98b40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f339f03c98b40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0.jp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32000" y="373775"/>
            <a:ext cx="88800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80"/>
              <a:t>Visual Lean</a:t>
            </a:r>
            <a:br>
              <a:rPr lang="en" sz="3280"/>
            </a:br>
            <a:r>
              <a:rPr lang="en" sz="3280"/>
              <a:t>An accessible interface for Lean 4 proofwriting</a:t>
            </a:r>
            <a:endParaRPr sz="32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Autumn Mapes</a:t>
            </a:r>
            <a:br>
              <a:rPr lang="en"/>
            </a:br>
            <a:br>
              <a:rPr lang="en"/>
            </a:br>
            <a:r>
              <a:rPr lang="en" sz="2000"/>
              <a:t>Conducted under Timothy Gowers, Miles Cranmer, and Matthew Colbrook in the Cambridge Faculty of Mathematics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10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Natural Numbers ‘Game’ remains quite technical…</a:t>
            </a:r>
            <a:br>
              <a:rPr lang="en"/>
            </a:br>
            <a:r>
              <a:rPr lang="en"/>
              <a:t>Can we do better?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088" y="1359450"/>
            <a:ext cx="6143826" cy="362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6550" y="121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from game design?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35984" l="0" r="41394" t="13390"/>
          <a:stretch/>
        </p:blipFill>
        <p:spPr>
          <a:xfrm>
            <a:off x="66550" y="614938"/>
            <a:ext cx="4021350" cy="19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13338" l="23234" r="32927" t="18192"/>
          <a:stretch/>
        </p:blipFill>
        <p:spPr>
          <a:xfrm>
            <a:off x="5952425" y="418400"/>
            <a:ext cx="2451126" cy="215334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 flipH="1" rot="10800000">
            <a:off x="4259263" y="1739813"/>
            <a:ext cx="1245300" cy="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8825" y="2794750"/>
            <a:ext cx="1838326" cy="18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709600" y="4639600"/>
            <a:ext cx="16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Elec-Head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57000" y="2523700"/>
            <a:ext cx="16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Witness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316350" y="4639600"/>
            <a:ext cx="162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Rubik’s Cube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5100" y="2724162"/>
            <a:ext cx="3134288" cy="176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25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teach programming this way, why not math?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225" y="1017725"/>
            <a:ext cx="7096724" cy="407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34302" y="323452"/>
            <a:ext cx="867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theorem provers are uniquely suited to this!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00" y="1017725"/>
            <a:ext cx="7334717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9850" y="70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not just about</a:t>
            </a:r>
            <a:r>
              <a:rPr lang="en"/>
              <a:t> education…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0" y="643675"/>
            <a:ext cx="4280349" cy="29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160" y="222825"/>
            <a:ext cx="3974841" cy="296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6525" y="2571750"/>
            <a:ext cx="4405750" cy="247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92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 for yourself! leangame.io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5000" y="1366525"/>
            <a:ext cx="3073975" cy="307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350" y="1097550"/>
            <a:ext cx="388729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